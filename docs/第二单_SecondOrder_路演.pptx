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（0:00–0:20）开场，指着大标题。
「扫码验茅台真假，大家都会。这次扫的不是酒，是买家。」停一拍。
我们做的是贵州白酒出海的首单决策副驾。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（0:20–0:55）遵义综保区 2025 年工作总结的一组罕见诚实数字。
89 家完成出口备案，35 家有意向，11 家真的出了海，最后 5 家「建立初步联系」。转化率 5.6%。
注意最后一级的措辞——是「建立初步联系」，不是签约，更不是复购。公开资料在这里就断了。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（0:55–1:20）中小酒企没有海外团队。展会散场，手上十几张名片，他真正的问题只有三个，而市面上的工具一个都没答。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（1:20–1:50）这是最关键的一页。
套利型买家要的从来不是这瓶酒，是那 33%——消费税 20% 从价出口免征，加增值税退税 13%。
他把货囤进自贸仓，转手就走，酒根本没上过货架。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（1:50–2:15）判断错了代价多少：一柜货值 261 万，卖不掉折价倒回国内亏 78 万。
更贵的是当地价格体系被打乱，之后没有第二个经销商愿意接。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（2:15–2:40）产品登场。贴一段微信对话进去，八秒出一份决策简报。
模型只做一件事——把这段话读成结构。判定不归它管。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（2:40–3:05）我们的判定用一瓶酒表示。
瓶子永远是满的，变的是里面装什么。琥珀是酒，红色是税差，从瓶底把酒顶上来。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（3:05–3:30）六个页签，一页回答一个问题。业务员站在展位上，需要的是六个答案，不是一篇文章。
（现场 demo 就走这六页）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（3:30–4:00）三个通用大模型不会告诉你的细节，全是我们翻税则翻出来的：
香港减税只减 200 港币以上那部分；新加坡按纯酒精量收，降度数等于直接少缴税；
美国 CBMA 额度必须由中国生产商主动指派，进口商自己拿不到——约 10.7 元一瓶，一柜十几万，不花你一毛钱。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（4:00–4:25）技术主张：规则算账，模型说人话。
税则、牌照、条款、去留判定全是可审计的纯函数，每条带来源与生效日期。模型只负责读懂对话和写成人话。
模型挂了主链路照样跑完——现场断网也能演示。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（4:25–4:45）一百天怎么落地。第三步是设计来证伪自己的：拿报关单回来验落地价，误差超过 20% 就得重做税则模型。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（4:45–5:00）收尾。
出海不缺第一单，缺的是第二单。货在他仓里没动，他就不会再下单——而你到那时才知道，已经晚了九十天。
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secondorder-blond.vercel.app" TargetMode="External"/><Relationship Id="rId2" Type="http://schemas.openxmlformats.org/officeDocument/2006/relationships/hyperlink" Target="https://github.com/benrio0923/secondorder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6912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APPENDIX · Q &amp; 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286000"/>
            <a:ext cx="685800" cy="27432"/>
          </a:xfrm>
          <a:prstGeom prst="rect">
            <a:avLst/>
          </a:prstGeom>
          <a:solidFill>
            <a:srgbClr val="C6912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46888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E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问答与附录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29184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9BB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以下几页不参与五分钟路演，留给评委提问时直接翻。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税率你怎么保证是对的？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38"/>
              </a:lnSpc>
              <a:buNone/>
            </a:pPr>
            <a:r>
              <a:rPr lang="en-US" sz="14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不保证「对」，保证「可查」。每一条税率、每一张牌照都在代码里带 source 与 asOf 两个字段，界面上鼠标移到 ⓘ 就能看到出处与生效日期。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633345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4765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全部是纯函数，不经过模型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839085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同样输入永远同样输出，可以逐行覆核。模型算错一个税率就是真金白银的亏损，这部分我们不交给它。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288665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20085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写不确定的，不如不写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494405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日本原本在候选名单里，但公开资料对烈酒税率的表述不够明确，我们宁可不收——收一条不确定的税率，代价是整个规则库的可信度。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4261104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8B7F6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目前涵盖香港、新加坡、越南、美国、韩国五个市场。韩国税目为二手来源（产业报导），界面上已标注「建议向韩国国税厅核实」。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直接问通用大模型不就好了？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88"/>
              </a:lnSpc>
              <a:buNone/>
            </a:pPr>
            <a:r>
              <a:rPr lang="en-US" sz="12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可以问，也会得到一个听起来很像样的答案。问题出在三个地方，而这三个地方恰好都会出事。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6663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805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细节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47237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通用模型多半给你「约 30–50% 综合税负」的区间。我们逐条查出来写死：新加坡按纯酒精量、越南 20 度分界、美国 CBMA 须由生产商指派。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3103309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34729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稳定性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3309048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同一题问两次，数字可能不一样。我们是纯函数计算，同样输入永远同样输出。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715957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647377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可追溯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3921696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通用模型不会告诉你出处与生效日期。我们每条都标了。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66928" y="4314888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8B7F6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我们不是在跟通用模型比谁更会讲话，是把一个垂直领域的规则翻出来、写死、标上出处。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谁付钱？商业模式是什么？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38"/>
              </a:lnSpc>
              <a:buNone/>
            </a:pPr>
            <a:r>
              <a:rPr lang="en-US" sz="14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现在谈还太早。先证明它能让 89 家里搭上线的从 5 家变成 10 家，再谈谁付钱。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31108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4250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最现实的入口是产区服务平台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516822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综保区本来就在做外贸陪跑，有预算、有台账、有企业名单。这个工具作为其中一个模块，比单独卖 SaaS 给中小酒企现实得多。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23310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16452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中小酒企不会为一个网页付费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438842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他们会为「少亏一柜」付费。所以先把误差验出来——落地价误差 5% 以内这工具就能用，差 20% 就得重做税则模型。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数据从哪来？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38"/>
              </a:lnSpc>
              <a:buNone/>
            </a:pPr>
            <a:r>
              <a:rPr lang="en-US" sz="14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税则与牌照全部来自官方公开资料，品项与用法来自我们自己整理的两份数据库。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31108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4250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税则与牌照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516822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香港特区政府新闻公报、新加坡海关、越南 2025 年新版特别消费税法、美国 TTB 与 FDA、中国财政部与税务总局出口退税公告。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23310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16452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品项与香型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438842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团队《贵州白酒完整数据库》56 支，每支标注资料可信度；《白酒海外入菜研究》每条标注证据强度。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88842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81984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出海漏斗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094163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遵义综合保税区 2025 年工作总结相关报导。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为什么不直接做成微信机器人？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38"/>
              </a:lnSpc>
              <a:buNone/>
            </a:pPr>
            <a:r>
              <a:rPr lang="en-US" sz="14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因为那才是它最终该长的样子——但不是第一步该做的事。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31108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4250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产品形态现在还不对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516822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外贸专员整天在微信里，不会为了判断一个买家去开网页。网页是 demo 的形态。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6640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89782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真正会被用起来的是企业微信机器人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72143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转发一段对话给它，回一份决策简报。这件事写在一百天计划的第四步。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62172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55314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先做对的事，再做顺手的事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3827463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规则库、信号权重、落地价误差这三件事没验完之前，做成机器人只是把一个还没校准的答案推到更多人面前。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你们知道自己还差什么吗？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88"/>
              </a:lnSpc>
              <a:buNone/>
            </a:pPr>
            <a:r>
              <a:rPr lang="en-US" sz="12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知道。这几条我们主动说，不等评委问。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6663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805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信号权重还没用真实案例校准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472372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目前是团队设定值。这是上线前的第一件事。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879281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810701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美国州级酒税未计入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3085020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各州差异极大，目前只算到联邦层。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491929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233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越南关税采最惠国 50%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3697668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ACFTA 优惠税率须逐案核定，工具里没有替你做这个判断。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04577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035996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对标酒款为示意价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4310316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用于量级对照，不是即时报价；汇率为估算汇率。落地价一律为估算值，以海关核定为准。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技术选型</a:t>
            </a:r>
            <a:endParaRPr lang="en-US" sz="2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89888"/>
          <a:ext cx="801014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468880"/>
                <a:gridCol w="4581144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层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选型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为什么选它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框架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Next.js 16.3.3（App Router）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前后端同仓，API Route 直接承接模型调用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UI 运行时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React 19.2.8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六个页面全部预渲染，首屏不等 JS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语言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TypeScript 5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税则与落地价是纯函数，类型是正确性的第一道防线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样式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Tailwind CSS 4（设计令牌）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整套配色走 CSS 变量，暗改亮只换令牌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3D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three.js 0.185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判定酒瓶：玻璃折射 + 液面 shader，液面高度即风险分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包管理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Bun 1.3.10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安装与构建快一个量级，现场改代码重启不用等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模型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OpenAI 兼容端点 · gpt-5-mini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只用两个 endpoint，换供应商改一个环境变量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图像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gemini-3.1-flash-image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窖池、高粱、酒曲、赤水河与本套 slide 主视觉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状态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React Context + sessionStorage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六页共享一份买家档案，刷新不丢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部署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Vercel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静态页走 CDN，两个 API Route 走 Node.js 运行时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验证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Playwright（Chrome headless）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每次改动跑三案例全链路，并检查三种视口的横向溢出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4443984"/>
            <a:ext cx="8010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8B7F6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刻意没有引入：图表库（瀑布图、酒瓶液面全是手写 SVG／shader）、组件库、数据库（税则是编译期常量，比数据库更适合审计与 diff）。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66928" y="48646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6E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线上体验与开源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2103120"/>
            <a:ext cx="685800" cy="27432"/>
          </a:xfrm>
          <a:prstGeom prst="rect">
            <a:avLst/>
          </a:prstGeom>
          <a:solidFill>
            <a:srgbClr val="C6912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6912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在线体验</a:t>
            </a:r>
            <a:endParaRPr lang="en-US" sz="11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2286000" y="2377440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AF6EF"/>
                </a:solidFill>
                <a:latin typeface="Menlo" pitchFamily="34" charset="0"/>
                <a:ea typeface="Menlo" pitchFamily="34" charset="-122"/>
                <a:cs typeface="Menl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https://secondorder-blond.vercel.app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86000" y="2697480"/>
            <a:ext cx="6035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B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无需注册，打开即用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6912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开源仓库</a:t>
            </a:r>
            <a:endParaRPr lang="en-US" sz="11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2286000" y="3291840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AF6EF"/>
                </a:solidFill>
                <a:latin typeface="Menlo" pitchFamily="34" charset="0"/>
                <a:ea typeface="Menlo" pitchFamily="34" charset="-122"/>
                <a:cs typeface="Menl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https://github.com/benrio0923/secondorder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286000" y="3611880"/>
            <a:ext cx="6035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B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公开 · Topic #Guikesong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4348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8E7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赛道二 · 传统行业 AI 解决方案　方向：AI × 白酒（营销与经销商运营 Agent）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第二单 SecondOrder — 贵州白酒出海首单决策副驾</dc:title>
  <dc:subject>PptxGenJS Presentation</dc:subject>
  <dc:creator>第二单 SecondOrder</dc:creator>
  <cp:lastModifiedBy>第二单 SecondOrder</cp:lastModifiedBy>
  <cp:revision>1</cp:revision>
  <dcterms:created xsi:type="dcterms:W3CDTF">2026-08-29T18:43:44Z</dcterms:created>
  <dcterms:modified xsi:type="dcterms:W3CDTF">2026-08-29T18:43:44Z</dcterms:modified>
</cp:coreProperties>
</file>