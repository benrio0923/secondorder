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（0:00–0:18　18 秒　79 字）[停两秒，让评委先看完标题]各位评委好。扫码验茅台真假，大家都会。我们做的是同一个动作，方向反过来——扫的不是酒，是买家。它叫「第二单」，用户是贵州仁怀、遵义那些没有海外团队的中小酒企。───── 时间充裕可加 ─────为什么不是第一单，最后一页会回答。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1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2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（0:18–0:56　38 秒　178 字）遵义综保区去年的工作总结里，有一组很诚实的数字：八十九家完成出口备案，三十五家有意向，十一家真的出了海，最后五家和东南亚经销商「建立初步联系」。[停一拍]注意这个措辞——不是签约，更不是复购。公开资料到这里就断了。遵义自己列的第一个障碍是：白酒属管制商品，进口方需酒牌资质。所以你要找的不是想卖酒的人，是已经持牌的人。这个池子在任何国家都有限、封闭，早被洋酒喂饱了。───── 时间充裕可加 ─────所以问题从来不是「白酒怎么出海」这种大词，是一家没有海外团队的酒厂，怎么让第一个海外经销商愿意下第二单。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2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3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（0:56–1:20　24 秒　111 字）卡住的不在酿酒，在酿完之后。展会散场，业务员手上十几张名片，却分不清哪个是真经销商，哪个是来做别的事的。他真正的问题只有三个：这人是真想卖酒还是在做税差？这瓶酒到他货架上卖多少钱、卖得动吗？合同该写死哪几条？现在只能靠猜。───── 时间充裕可加 ─────因为答案分散在五个国家的税则、牌照制度和渠道结构里，他连从哪查起都不知道。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3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4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（1:20–1:58　38 秒　159 字）看一张真实的名片。[指瓶子]他说：出厂价最低多少，我们要最低的，先来三个柜；标签不用改，我们自己处理；货先放自贸仓；动销数据是商业机密。每一句单独看都不算离谱，合起来是另一回事。他要的不是这瓶酒。白酒出口，消费税百分之二十从价免征，加增值税退税百分之十三——他要的是这百分之三十三。囤进自贸仓转手就走，酒有没有上过货架跟他无关。───── 时间充裕可加 ─────第二个买家问的是：有没有三十八度的，因为越南特别消费税以二十度分界；标签要越南文；先做一百五十箱放十二家中餐厅试销；能不能给品鉴小样，我们要培训服务生。这个人是来卖酒的。差别不在语气，在他关心什么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4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5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（1:58–2:20　22 秒　91 字）判断错了，代价是多少。一柜货值两百六十一万；卖不掉折价倒回国内，亏七十八万。但更贵的不是这笔钱，是当地价格烂掉之后，你再也找不到第二个愿意接的经销商。而这些，你要九十天以后才会知道。───── 时间充裕可加 ─────这就是为什么这个判断必须发生在签约之前，不是发生在报关那一天。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5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6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（2:20–2:42　22 秒　89 字）所以我们做了这个工具。把那段微信对话原样贴进去，不用整理，八秒出一份决策简报。[指流程]分工要说清楚：模型只做一件事，把这段乱七八糟的话读成结构。该不该做、算多少钱、写哪几条，都不归它管。───── 时间充裕可加 ─────因为算错一个税率就是真金白银的亏损，这种事不能交给一个每次回答都可能不一样的东西。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6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7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（2:42–3:06　24 秒　104 字）判定我们用一瓶酒表示。[指两瓶]瓶子永远是满的，变的是里面装什么。左边装的是酒，他是来买酒的，可以谈。右边这瓶，红的是税差，从瓶底把酒顶上来了。这一瓶里装的不是酒。业务员不必看懂评分模型，看一眼瓶子就知道该不该往下谈。───── 时间充裕可加 ─────红色占多高，就是套利风险分是多少——这两件事在界面上是同一个东西。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7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8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（3:06–3:32　26 秒　110 字）展开是六个页签，一页回答一个问题：该不该做、凭什么这么判、卖多少钱、他有没有牌照、怎么跟他讲、合同和之后九十天怎么盯。六项信号是模型给的初判，但最后一票在人手上——AI 看得到文字，看不到展位上他说「标签不用改」时的表情。[切到现场 demo]───── 时间充裕可加 ─────改任何一项，判定、必问清单、合同条款会立刻跟着重算。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8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9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（3:32–4:04　32 秒　147 字）为什么不直接问通用大模型？因为这三条它不会告诉你，是我们逐条翻税则翻出来的：香港烈酒减税只减两百港币以上那一部分，低价酒完全享受不到。新加坡按纯酒精量课税，不看瓶数，降度数等于直接少缴税。美国的 CBMA 额度必须由中国生产商主动指派，进口商自己拿不到；一瓶差十块七，一柜十几万，而且不花你一毛钱。───── 时间充裕可加 ─────通用模型给你的多半是「约百分之三十到五十综合税负」这种区间。拿这个去跟老板报价，是会出事的。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9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10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（4:04–4:30　26 秒　121 字）技术上只坚持一件事：规则算账，模型说人话。税则、牌照、风险评分、合同条款全是可审计的纯函数，同样输入永远同样输出，每条都带来源和生效日期。模型只负责两件事：读懂对话，把结论写成一封能寄出去的信。所以模型挂了主链路照样跑完，现场断网也演示得完。───── 时间充裕可加 ─────日本原本在候选名单里，但公开资料对烈酒税率的表述不够明确，我们宁可不收——收一条不确定的税率，赔上的是整个规则库的可信度。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10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11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（4:30–4:46　16 秒　74 字）接下来一百天，第三步是设计来证伪我们自己的：跟三家酒厂走完一次真实首单，拿报关单核对落地价。误差百分之五以内就能用，差到百分之二十，税则模型得重做。───── 时间充裕可加 ─────我们不打算先谈商业模式。先证明能让八十九家里搭上线的从五家变成十家，再谈谁付钱。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11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12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（4:46–5:00　14 秒　57 字）最后一句。出海不缺第一单，缺的是第二单。货在他仓里没动，他就不会再下单——而你到那时才知道，已经晚了九十天。谢谢。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12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以下九页不参与五分钟路演，评委提问时直接跳到对应页。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怎么答：不要辩护「我们的数字很准」。第一句就说「不保证对，保证可查」，然后当场把鼠标移到 ⓘ 上，让他看到来源和生效日期。如果被追问为什么没收日本或欧盟：公开资料对烈酒税率的表述不够明确，宁可不收——收一条不确定的税率，赔上的是整个规则库的可信度。这句话本身就是答案。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14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15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怎么答：这题几乎一定会被问，准备好三个字——细节、稳定、可追溯。最有杀伤力的是当场对比：请评委用手机问通用模型「白酒出口新加坡税负多少」，他多半会得到一个百分之三十到五十的区间；我们给的是按纯酒精量算出的具体数字，附税则出处。补充：我们不是在跟通用模型比谁更会讲话，是把一个垂直领域的规则翻出来、写死、标上出处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15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16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怎么答：不要硬编商业模式，那会显得不诚实。先承认「现在谈还太早」，再给唯一现实的入口——产区服务平台。综保区本来就在做外贸陪跑，有预算、有台账、有企业名单，这个工具作为其中一个模块，比单独卖 SaaS 给中小酒企现实得多。如果追问「那你们靠什么活」：中小酒企不会为一个网页付费，会为「少亏一柜」付费，所以第一步是把落地价误差验出来，不是先做定价页。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16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17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怎么答：分两层说。一层是官方公开资料——香港政府新闻公报、新加坡海关、越南 2025 年新版特别消费税法、美国 TTB 与 FDA、中国财政部与税务总局的出口退税公告。另一层是团队自建的两份数据库：五十六支贵州白酒逐支核过、每支标注资料可信度；海外用法每条标注证据强度，来源是 World Baijiu Day、品牌方推广和商家页面。强调「逐支核过」，不是抓的。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17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18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怎么答：承认网页不是终态，这一点不要回避。外贸专员整天在微信里，不会为了判断一个买家去开网页——真正会被用起来的是企业微信机器人，转发一段对话给它，回一份决策简报。这件事写在一百天计划的第四步。但要说清楚为什么先做网页：规则库、信号权重、落地价误差这三件事没验完之前，做成机器人只是把一个还没校准的答案推到更多人面前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18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19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怎么答：主动说，不等被问。这一页的作用是把可信度拉起来——一个肯讲自己边界的团队，前面说的话才值得信。最重要的一条是「信号权重还没用真实案例校准」，目前是团队设定值，这也正好是一百天计划的第二步，前后是接得上的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19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20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技术选型。评委是技术背景时，重点讲那条分界线：规则是纯函数、模型只做抽取与措辞，这不是偷懒，是因为算错一个税率就是真金白银的亏损。另外可以提「刻意没引入」那一行——不用图表库（瀑布图、酒瓶液面全是手写 SVG 与 shader）、不用组件库、不用数据库，税则是编译期常量，比数据库更适合审计与 diff。判定页那瓶酒是 three.js 实时渲染的，液面高度就是套利风险分。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20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notesSlides/notesSlide21.xml><?xml version="1.0" encoding="UTF-8" standalone="yes"?>
<p:notes xmlns:a="http://schemas.openxmlformats.org/drawingml/2006/main" xmlns:r="http://schemas.openxmlformats.org/officeDocument/2006/relationships" xmlns:p="http://schemas.openxmlformats.org/presentationml/2006/main"><p:cSld><p:spTree><p:nvGrpSpPr><p:cNvPr id="1" name=""/><p:cNvGrpSpPr/><p:nvPr/></p:nvGrpSpPr><p:grpSpPr><a:xfrm><a:off x="0" y="0"/><a:ext cx="0" cy="0"/><a:chOff x="0" y="0"/><a:chExt cx="0" cy="0"/></a:xfrm></p:grpSpPr><p:sp><p:nvSpPr><p:cNvPr id="2" name="Slide Image Placeholder 1"/><p:cNvSpPr><a:spLocks noGrp="1" noRot="1" noChangeAspect="1"/></p:cNvSpPr><p:nvPr><p:ph type="sldImg"/></p:nvPr></p:nvSpPr><p:spPr/></p:sp><p:sp><p:nvSpPr><p:cNvPr id="3" name="Notes Placeholder 2"/><p:cNvSpPr><a:spLocks noGrp="1"/></p:cNvSpPr><p:nvPr><p:ph type="body" idx="1"/></p:nvPr></p:nvSpPr><p:spPr/><p:txBody><a:bodyPr/><a:lstStyle/><a:p><a:r><a:rPr lang="en-US" dirty="0"/><a:t>线上体验可以直接请评委自己打开点，不用注册。仓库是公开的，Topic 是 #Guikesong，README 顶部就是技术栈表。如果还有时间，可以回到 demo 现场再跑一个越南的案例做对照——同样八秒，出来的是「可谈」，让他们看到这工具不是只会说不。</a:t></a:r><a:endParaRPr lang="en-US" dirty="0"/></a:p></p:txBody></p:sp><p:sp><p:nvSpPr><p:cNvPr id="4" name="Slide Number Placeholder 3"/><p:cNvSpPr><a:spLocks noGrp="1"/></p:cNvSpPr><p:nvPr><p:ph type="sldNum" sz="quarter" idx="10"/></p:nvPr></p:nvSpPr><p:spPr/><p:txBody><a:bodyPr/><a:lstStyle/><a:p><a:fld id="{F7021451-1387-4CA6-816F-3879F97B5CBC}" type="slidenum"><a:rPr lang="en-US"/><a:t>21</a:t></a:fld><a:endParaRPr lang="en-US"/></a:p></p:txBody></p:sp></p:spTree><p:extLst><p:ext uri="{BB962C8B-B14F-4D97-AF65-F5344CB8AC3E}"><p14:creationId xmlns:p14="http://schemas.microsoft.com/office/powerpoint/2010/main" val="1024086991"/></p:ext></p:extLst></p:cSld><p:clrMapOvr><a:masterClrMapping/></p:clrMapOvr>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secondorder-blond.vercel.app" TargetMode="External"/><Relationship Id="rId2" Type="http://schemas.openxmlformats.org/officeDocument/2006/relationships/hyperlink" Target="https://github.com/benrio0923/secondorder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benrio0923-Downloads-guizo/664ecf9b-4026-4233-901a-39b952caf5e2/scratchpad/slides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6912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APPENDIX · Q &amp; 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286000"/>
            <a:ext cx="685800" cy="27432"/>
          </a:xfrm>
          <a:prstGeom prst="rect">
            <a:avLst/>
          </a:prstGeom>
          <a:solidFill>
            <a:srgbClr val="C6912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46888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E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问答与附录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29184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BB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以下几页不参与五分钟路演，留给评委提问时直接翻。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税率你怎么保证是对的？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不保证「对」，保证「可查」。每一条税率、每一张牌照都在代码里带 source 与 asOf 两个字段，界面上鼠标移到 ⓘ 就能看到出处与生效日期。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633345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4765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全部是纯函数，不经过模型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839085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同样输入永远同样输出，可以逐行覆核。模型算错一个税率就是真金白银的亏损，这部分我们不交给它。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288665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20085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写不确定的，不如不写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494405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日本原本在候选名单里，但公开资料对烈酒税率的表述不够明确，我们宁可不收——收一条不确定的税率，代价是整个规则库的可信度。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4261104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8B7F6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目前涵盖香港、新加坡、越南、美国、韩国五个市场。韩国税目为二手来源（产业报导），界面上已标注「建议向韩国国税厅核实」。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直接问通用大模型不就好了？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88"/>
              </a:lnSpc>
              <a:buNone/>
            </a:pPr>
            <a:r>
              <a:rPr lang="en-US" sz="12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可以问，也会得到一个听起来很像样的答案。问题出在三个地方，而这三个地方恰好都会出事。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6663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805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细节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47237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通用模型多半给你「约 30–50% 综合税负」的区间。我们逐条查出来写死：新加坡按纯酒精量、越南 20 度分界、美国 CBMA 须由生产商指派。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3103309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34729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稳定性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3309048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同一题问两次，数字可能不一样。我们是纯函数计算，同样输入永远同样输出。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715957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647377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可追溯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921696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通用模型不会告诉你出处与生效日期。我们每条都标了。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6928" y="4314888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8B7F6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我们不是在跟通用模型比谁更会讲话，是把一个垂直领域的规则翻出来、写死、标上出处。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谁付钱？商业模式是什么？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现在谈还太早。先证明它能让 89 家里搭上线的从 5 家变成 10 家，再谈谁付钱。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31108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4250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最现实的入口是产区服务平台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516822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综保区本来就在做外贸陪跑，有预算、有台账、有企业名单。这个工具作为其中一个模块，比单独卖 SaaS 给中小酒企现实得多。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23310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6452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中小酒企不会为一个网页付费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438842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他们会为「少亏一柜」付费。所以先把误差验出来——落地价误差 5% 以内这工具就能用，差 20% 就得重做税则模型。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数据从哪来？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税则与牌照全部来自官方公开资料，品项与用法来自我们自己整理的两份数据库。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31108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4250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税则与牌照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516822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香港特区政府新闻公报、新加坡海关、越南 2025 年新版特别消费税法、美国 TTB 与 FDA、中国财政部与税务总局出口退税公告。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23310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6452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品项与香型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438842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团队《贵州白酒完整数据库》56 支，每支标注资料可信度；《白酒海外入菜研究》每条标注证据强度。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88842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81984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出海漏斗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094163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遵义综合保税区 2025 年工作总结相关报导。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为什么不直接做成微信机器人？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38"/>
              </a:lnSpc>
              <a:buNone/>
            </a:pPr>
            <a:r>
              <a:rPr lang="en-US" sz="14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因为那才是它最终该长的样子——但不是第一步该做的事。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31108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4250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产品形态现在还不对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516822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外贸专员整天在微信里，不会为了判断一个买家去开网页。网页是 demo 的形态。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6640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89782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真正会被用起来的是企业微信机器人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72143"/>
            <a:ext cx="7772400" cy="339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转发一段对话给它，回一份决策简报。这件事写在一百天计划的第四步。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62172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55314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先做对的事，再做顺手的事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3827463"/>
            <a:ext cx="7772400" cy="606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规则库、信号权重、落地价误差这三件事没验完之前，做成机器人只是把一个还没校准的答案推到更多人面前。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你们知道自己还差什么吗？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8010144" cy="10973"/>
          </a:xfrm>
          <a:prstGeom prst="rect">
            <a:avLst/>
          </a:prstGeom>
          <a:solidFill>
            <a:srgbClr val="CDC0A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755648"/>
            <a:ext cx="80101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88"/>
              </a:lnSpc>
              <a:buNone/>
            </a:pPr>
            <a:r>
              <a:rPr lang="en-US" sz="1250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知道。这几条我们主动说，不等评委问。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66633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8053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信号权重还没用真实案例校准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472372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目前是团队设定值。这是上线前的第一件事。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879281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810701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美国州级酒税未计入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3085020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各州差异极大，目前只算到联邦层。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491929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233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越南关税采最惠国 50%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3697668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ACFTA 优惠税率须逐案核定，工具里没有替你做这个判断。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04577"/>
            <a:ext cx="50292" cy="141732"/>
          </a:xfrm>
          <a:prstGeom prst="rect">
            <a:avLst/>
          </a:prstGeom>
          <a:solidFill>
            <a:srgbClr val="9A541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35996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对标酒款为示意价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4310316"/>
            <a:ext cx="77724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64"/>
              </a:lnSpc>
              <a:buNone/>
            </a:pPr>
            <a:r>
              <a:rPr lang="en-US" sz="1050" dirty="0">
                <a:solidFill>
                  <a:srgbClr val="574B4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用于量级对照，不是即时报价；汇率为估算汇率。落地价一律为估算值，以海关核定为准。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48097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5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77240"/>
            <a:ext cx="80101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C161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技术选型</a:t>
            </a:r>
            <a:endParaRPr lang="en-US" sz="2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89888"/>
          <a:ext cx="8010144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468880"/>
                <a:gridCol w="4581144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层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选型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为什么选它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框架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Next.js 16.3.3（App Router）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前后端同仓，API Route 直接承接模型调用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UI 运行时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React 19.2.8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六个页面全部预渲染，首屏不等 JS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语言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TypeScript 5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税则与落地价是纯函数，类型是正确性的第一道防线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样式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Tailwind CSS 4（设计令牌）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整套配色走 CSS 变量，暗改亮只换令牌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3D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three.js 0.185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判定酒瓶：玻璃折射 + 液面 shader，液面高度即风险分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包管理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Bun 1.3.10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安装与构建快一个量级，现场改代码重启不用等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模型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OpenAI 兼容端点 · gpt-5-mini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只用两个 endpoint，换供应商改一个环境变量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图像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gemini-3.1-flash-image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窖池、高粱、酒曲、赤水河与本套 slide 主视觉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React Context + sessionStorage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六页共享一份买家档案，刷新不丢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部署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Vercel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静态页走 CDN，两个 API Route 走 Node.js 运行时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验证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Playwright（Chrome headless）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74B41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每次改动跑三案例全链路，并检查三种视口的横向溢出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DC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4443984"/>
            <a:ext cx="8010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8B7F6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刻意没有引入：图表库（瀑布图、酒瓶液面全是手写 SVG／shader）、组件库、数据库（税则是编译期常量，比数据库更适合审计与 diff）。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66928" y="48646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B7F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第二单 SecondOrder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6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AF6E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线上体验与开源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103120"/>
            <a:ext cx="685800" cy="27432"/>
          </a:xfrm>
          <a:prstGeom prst="rect">
            <a:avLst/>
          </a:prstGeom>
          <a:solidFill>
            <a:srgbClr val="C6912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6912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在线体验</a:t>
            </a:r>
            <a:endParaRPr lang="en-US" sz="11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2286000" y="23774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AF6EF"/>
                </a:solidFill>
                <a:latin typeface="Menlo" pitchFamily="34" charset="0"/>
                <a:ea typeface="Menlo" pitchFamily="34" charset="-122"/>
                <a:cs typeface="Menl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https://secondorder-blond.vercel.app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86000" y="2697480"/>
            <a:ext cx="6035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B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无需注册，打开即用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C6912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开源仓库</a:t>
            </a:r>
            <a:endParaRPr lang="en-US" sz="11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2286000" y="3291840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AF6EF"/>
                </a:solidFill>
                <a:latin typeface="Menlo" pitchFamily="34" charset="0"/>
                <a:ea typeface="Menlo" pitchFamily="34" charset="-122"/>
                <a:cs typeface="Menl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https://github.com/benrio0923/secondorder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286000" y="3611880"/>
            <a:ext cx="6035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B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公开 · Topic #Guikesong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43484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8E7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赛道二 · 传统行业 AI 解决方案　方向：AI × 白酒（营销与经销商运营 Agent）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第二单 SecondOrder — 贵州白酒出海首单决策副驾</dc:title>
  <dc:subject>PptxGenJS Presentation</dc:subject>
  <dc:creator>第二单 SecondOrder</dc:creator>
  <cp:lastModifiedBy>第二单 SecondOrder</cp:lastModifiedBy>
  <cp:revision>1</cp:revision>
  <dcterms:created xsi:type="dcterms:W3CDTF">2026-08-30T02:47:34Z</dcterms:created>
  <dcterms:modified xsi:type="dcterms:W3CDTF">2026-08-30T02:47:34Z</dcterms:modified>
</cp:coreProperties>
</file>